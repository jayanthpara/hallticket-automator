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7555865" cy="1069213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1.xml"/><Relationship Id="rId3" Type="http://schemas.openxmlformats.org/officeDocument/2006/relationships/hyperlink" Target="mailto:mrdeemeduniversity@gmail.com" TargetMode="External"/><Relationship Id="rId2" Type="http://schemas.openxmlformats.org/officeDocument/2006/relationships/hyperlink" Target="https://mrdu.edu.in/" TargetMode="Externa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0848" y="387096"/>
            <a:ext cx="624840" cy="521208"/>
          </a:xfrm>
          <a:prstGeom prst="rect">
            <a:avLst/>
          </a:prstGeom>
        </p:spPr>
      </p:pic>
      <p:sp>
        <p:nvSpPr>
          <p:cNvPr id="3" name="Rectangles 2"/>
          <p:cNvSpPr/>
          <p:nvPr/>
        </p:nvSpPr>
        <p:spPr>
          <a:xfrm>
            <a:off x="2121535" y="381000"/>
            <a:ext cx="3744595" cy="563880"/>
          </a:xfrm>
          <a:prstGeom prst="rect">
            <a:avLst/>
          </a:prstGeom>
          <a:solidFill>
            <a:srgbClr val="FBE6E5"/>
          </a:solidFill>
        </p:spPr>
        <p:txBody>
          <a:bodyPr lIns="0" tIns="0" rIns="0" bIns="0">
            <a:noAutofit/>
          </a:bodyPr>
          <a:p>
            <a:pPr indent="0">
              <a:spcAft>
                <a:spcPts val="420"/>
              </a:spcAft>
            </a:pPr>
            <a:r>
              <a:rPr lang="en-US" sz="1200" b="1">
                <a:solidFill>
                  <a:srgbClr val="721C24"/>
                </a:solidFill>
                <a:latin typeface="Arial" panose="020B0604020202020204"/>
              </a:rPr>
              <a:t>MALLA REDDY (MR) DEEMED TO BE UNIVERSITY</a:t>
            </a:r>
            <a:endParaRPr lang="en-US" sz="1200" b="1">
              <a:solidFill>
                <a:srgbClr val="721C24"/>
              </a:solidFill>
              <a:latin typeface="Arial" panose="020B0604020202020204"/>
            </a:endParaRPr>
          </a:p>
          <a:p>
            <a:pPr indent="0">
              <a:lnSpc>
                <a:spcPts val="1105"/>
              </a:lnSpc>
              <a:spcAft>
                <a:spcPts val="1890"/>
              </a:spcAft>
            </a:pPr>
            <a:r>
              <a:rPr lang="en-US" sz="650">
                <a:solidFill>
                  <a:srgbClr val="721C24"/>
                </a:solidFill>
                <a:latin typeface="Arial" panose="020B0604020202020204"/>
              </a:rPr>
              <a:t>Maisammaguda, Dhulapally (Post), Hyderabad - 500100, Telangana, India Website:</a:t>
            </a:r>
            <a:r>
              <a:rPr lang="en-US" sz="650">
                <a:solidFill>
                  <a:srgbClr val="721C24"/>
                </a:solidFill>
                <a:latin typeface="Arial" panose="020B0604020202020204"/>
                <a:hlinkClick r:id="rId2"/>
              </a:rPr>
              <a:t> </a:t>
            </a:r>
            <a:r>
              <a:rPr lang="en-US" sz="650" u="sng">
                <a:solidFill>
                  <a:srgbClr val="721C24"/>
                </a:solidFill>
                <a:latin typeface="Arial" panose="020B0604020202020204"/>
                <a:hlinkClick r:id="rId2"/>
              </a:rPr>
              <a:t>www.mrdu.edu.in</a:t>
            </a:r>
            <a:r>
              <a:rPr lang="en-US" sz="650">
                <a:solidFill>
                  <a:srgbClr val="721C24"/>
                </a:solidFill>
                <a:latin typeface="Arial" panose="020B0604020202020204"/>
              </a:rPr>
              <a:t> | Email:</a:t>
            </a:r>
            <a:r>
              <a:rPr lang="en-US" sz="650">
                <a:solidFill>
                  <a:srgbClr val="721C24"/>
                </a:solidFill>
                <a:latin typeface="Arial" panose="020B0604020202020204"/>
                <a:hlinkClick r:id="rId3"/>
              </a:rPr>
              <a:t> </a:t>
            </a:r>
            <a:r>
              <a:rPr lang="en-US" sz="650" u="sng">
                <a:solidFill>
                  <a:srgbClr val="721C24"/>
                </a:solidFill>
                <a:latin typeface="Arial" panose="020B0604020202020204"/>
                <a:hlinkClick r:id="rId3"/>
              </a:rPr>
              <a:t>mrdeemeduniversitv@gmail.com</a:t>
            </a:r>
            <a:r>
              <a:rPr lang="en-US" sz="650">
                <a:solidFill>
                  <a:srgbClr val="721C24"/>
                </a:solidFill>
                <a:latin typeface="Arial" panose="020B0604020202020204"/>
              </a:rPr>
              <a:t> | Phone: 9348161125</a:t>
            </a:r>
            <a:endParaRPr lang="en-US" sz="650">
              <a:solidFill>
                <a:srgbClr val="721C24"/>
              </a:solidFill>
              <a:latin typeface="Arial" panose="020B0604020202020204"/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2313432" y="1197864"/>
            <a:ext cx="2929128" cy="164592"/>
          </a:xfrm>
          <a:prstGeom prst="rect">
            <a:avLst/>
          </a:prstGeom>
        </p:spPr>
        <p:txBody>
          <a:bodyPr wrap="none" lIns="0" tIns="0" rIns="0" bIns="0">
            <a:noAutofit/>
          </a:bodyPr>
          <a:p>
            <a:pPr indent="0">
              <a:spcBef>
                <a:spcPts val="1890"/>
              </a:spcBef>
            </a:pPr>
            <a:r>
              <a:rPr lang="en-US" sz="1300" b="1">
                <a:solidFill>
                  <a:srgbClr val="721C24"/>
                </a:solidFill>
                <a:latin typeface="Arial" panose="020B0604020202020204"/>
              </a:rPr>
              <a:t>MRDUCET - PH.D 2025 HALLTICKET</a:t>
            </a:r>
            <a:endParaRPr lang="en-US" sz="1300" b="1">
              <a:solidFill>
                <a:srgbClr val="721C24"/>
              </a:solidFill>
              <a:latin typeface="Arial" panose="020B0604020202020204"/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1517904" y="3493008"/>
            <a:ext cx="569976" cy="124968"/>
          </a:xfrm>
          <a:prstGeom prst="rect">
            <a:avLst/>
          </a:prstGeom>
        </p:spPr>
        <p:txBody>
          <a:bodyPr wrap="none" lIns="0" tIns="0" rIns="0" bIns="0">
            <a:noAutofit/>
          </a:bodyPr>
          <a:p>
            <a:pPr indent="0"/>
            <a:r>
              <a:rPr lang="en-US" sz="900" b="1">
                <a:solidFill>
                  <a:srgbClr val="333333"/>
                </a:solidFill>
                <a:latin typeface="Arial" panose="020B0604020202020204"/>
              </a:rPr>
              <a:t>Schedule:</a:t>
            </a:r>
            <a:endParaRPr lang="en-US" sz="900" b="1">
              <a:solidFill>
                <a:srgbClr val="333333"/>
              </a:solidFill>
              <a:latin typeface="Arial" panose="020B0604020202020204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1530350" y="3779520"/>
          <a:ext cx="4985385" cy="1560830"/>
        </p:xfrm>
        <a:graphic>
          <a:graphicData uri="http://schemas.openxmlformats.org/drawingml/2006/table">
            <a:tbl>
              <a:tblPr/>
              <a:tblGrid>
                <a:gridCol w="316865"/>
                <a:gridCol w="2926080"/>
                <a:gridCol w="680085"/>
                <a:gridCol w="1062355"/>
              </a:tblGrid>
              <a:tr h="286512"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721C24"/>
                          </a:solidFill>
                          <a:latin typeface="Arial" panose="020B0604020202020204"/>
                        </a:rPr>
                        <a:t>Sl.No</a:t>
                      </a:r>
                      <a:endParaRPr lang="en-US" sz="800" b="1">
                        <a:solidFill>
                          <a:srgbClr val="721C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FBE6E5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indent="0" algn="just"/>
                      <a:r>
                        <a:rPr lang="en-US" sz="800" b="1">
                          <a:solidFill>
                            <a:srgbClr val="721C24"/>
                          </a:solidFill>
                          <a:latin typeface="Arial" panose="020B0604020202020204"/>
                        </a:rPr>
                        <a:t>Details</a:t>
                      </a:r>
                      <a:endParaRPr lang="en-US" sz="800" b="1">
                        <a:solidFill>
                          <a:srgbClr val="721C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FBE6E5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indent="0" algn="ctr"/>
                      <a:r>
                        <a:rPr lang="en-US" sz="800" b="1">
                          <a:solidFill>
                            <a:srgbClr val="721C24"/>
                          </a:solidFill>
                          <a:latin typeface="Arial" panose="020B0604020202020204"/>
                        </a:rPr>
                        <a:t>Date</a:t>
                      </a:r>
                      <a:endParaRPr lang="en-US" sz="800" b="1">
                        <a:solidFill>
                          <a:srgbClr val="721C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FBE6E5"/>
                    </a:solidFill>
                  </a:tcPr>
                </a:tc>
                <a:tc>
                  <a:txBody>
                    <a:bodyPr>
                      <a:spAutoFit/>
                    </a:bodyPr>
                    <a:p>
                      <a:pPr indent="0" algn="ctr"/>
                      <a:r>
                        <a:rPr lang="en-US" sz="800" b="1">
                          <a:solidFill>
                            <a:srgbClr val="721C24"/>
                          </a:solidFill>
                          <a:latin typeface="Arial" panose="020B0604020202020204"/>
                        </a:rPr>
                        <a:t>Timings</a:t>
                      </a:r>
                      <a:endParaRPr lang="en-US" sz="800" b="1">
                        <a:solidFill>
                          <a:srgbClr val="721C24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>
                    <a:solidFill>
                      <a:srgbClr val="FBE6E5"/>
                    </a:solidFill>
                  </a:tcPr>
                </a:tc>
              </a:tr>
              <a:tr h="1274064">
                <a:tc>
                  <a:txBody>
                    <a:bodyPr>
                      <a:spAutoFit/>
                    </a:bodyPr>
                    <a:p>
                      <a:pPr indent="0" algn="ctr"/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1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indent="0" algn="just">
                        <a:spcAft>
                          <a:spcPts val="420"/>
                        </a:spcAft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Written Examination and Interview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indent="0" algn="just">
                        <a:spcAft>
                          <a:spcPts val="420"/>
                        </a:spcAft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•    Written Exam (100 Marks)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marL="495300" marR="330200" indent="0">
                        <a:lnSpc>
                          <a:spcPts val="1175"/>
                        </a:lnSpc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« Research Methodology: 50 </a:t>
                      </a:r>
                      <a:r>
                        <a:rPr lang="en-IN" alt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M</a:t>
                      </a: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arks 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marL="495300" marR="330200" indent="0">
                        <a:lnSpc>
                          <a:spcPts val="1175"/>
                        </a:lnSpc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« Subjective Questions: 50 Marks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indent="0" algn="just">
                        <a:lnSpc>
                          <a:spcPts val="1175"/>
                        </a:lnSpc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•    Interview (30 Marks) </a:t>
                      </a: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for qualified candidates.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marL="190500" indent="-190500">
                        <a:lnSpc>
                          <a:spcPts val="1175"/>
                        </a:lnSpc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•    Final Selection: </a:t>
                      </a: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Written Exam (scaled to 70) + Interview (30)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marL="139700" indent="0" algn="l">
                        <a:spcAft>
                          <a:spcPts val="210"/>
                        </a:spcAft>
                      </a:pPr>
                      <a:r>
                        <a:rPr lang="en-US" sz="800" b="1">
                          <a:solidFill>
                            <a:srgbClr val="D42229"/>
                          </a:solidFill>
                          <a:latin typeface="Arial" panose="020B0604020202020204"/>
                        </a:rPr>
                        <a:t>18-10</a:t>
                      </a:r>
                      <a:r>
                        <a:rPr lang="en-IN" altLang="en-US" sz="800" b="1">
                          <a:solidFill>
                            <a:srgbClr val="D42229"/>
                          </a:solidFill>
                          <a:latin typeface="Arial" panose="020B0604020202020204"/>
                        </a:rPr>
                        <a:t>-</a:t>
                      </a:r>
                      <a:r>
                        <a:rPr lang="en-US" sz="800" b="1">
                          <a:solidFill>
                            <a:srgbClr val="D42229"/>
                          </a:solidFill>
                          <a:latin typeface="Arial" panose="020B0604020202020204"/>
                        </a:rPr>
                        <a:t>2025</a:t>
                      </a:r>
                      <a:endParaRPr lang="en-US" sz="800" b="1">
                        <a:solidFill>
                          <a:srgbClr val="D42229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indent="0" algn="ctr">
                        <a:lnSpc>
                          <a:spcPts val="1200"/>
                        </a:lnSpc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Exam: 10:00 AM -11:30 AM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  <a:p>
                      <a:pPr indent="0" algn="ctr">
                        <a:lnSpc>
                          <a:spcPts val="1200"/>
                        </a:lnSpc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Interview: 1:00 PM -5:30 PM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7" name="Rectangles 6"/>
          <p:cNvSpPr/>
          <p:nvPr/>
        </p:nvSpPr>
        <p:spPr>
          <a:xfrm>
            <a:off x="5215128" y="1783080"/>
            <a:ext cx="262128" cy="106680"/>
          </a:xfrm>
          <a:prstGeom prst="rect">
            <a:avLst/>
          </a:prstGeom>
        </p:spPr>
        <p:txBody>
          <a:bodyPr wrap="none" lIns="0" tIns="0" rIns="0" bIns="0">
            <a:noAutofit/>
          </a:bodyPr>
          <a:p>
            <a:pPr indent="0"/>
            <a:r>
              <a:rPr lang="en-US" sz="650">
                <a:solidFill>
                  <a:srgbClr val="999999"/>
                </a:solidFill>
                <a:latin typeface="Arial" panose="020B0604020202020204"/>
              </a:rPr>
              <a:t>Photo</a:t>
            </a:r>
            <a:endParaRPr lang="en-US" sz="650">
              <a:solidFill>
                <a:srgbClr val="999999"/>
              </a:solidFill>
              <a:latin typeface="Arial" panose="020B0604020202020204"/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949952" y="2962656"/>
            <a:ext cx="801624" cy="222504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 algn="ctr">
              <a:lnSpc>
                <a:spcPts val="935"/>
              </a:lnSpc>
            </a:pPr>
            <a:r>
              <a:rPr lang="en-US" sz="700" i="1">
                <a:solidFill>
                  <a:srgbClr val="555555"/>
                </a:solidFill>
                <a:latin typeface="Arial" panose="020B0604020202020204"/>
              </a:rPr>
              <a:t>Affix Passport Size Photograph</a:t>
            </a:r>
            <a:endParaRPr lang="en-US" sz="700" i="1">
              <a:solidFill>
                <a:srgbClr val="555555"/>
              </a:solidFill>
              <a:latin typeface="Arial" panose="020B0604020202020204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527048" y="1749552"/>
          <a:ext cx="3026410" cy="1351280"/>
        </p:xfrm>
        <a:graphic>
          <a:graphicData uri="http://schemas.openxmlformats.org/drawingml/2006/table">
            <a:tbl>
              <a:tblPr/>
              <a:tblGrid>
                <a:gridCol w="1359408"/>
                <a:gridCol w="1667256"/>
              </a:tblGrid>
              <a:tr h="466344"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Name of the Candidate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marR="406400" indent="0">
                        <a:lnSpc>
                          <a:spcPts val="1320"/>
                        </a:lnSpc>
                      </a:pPr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LAXMIMALLA THANESH KUMAR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289560"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Registration No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D42229"/>
                          </a:solidFill>
                          <a:latin typeface="Arial" panose="020B0604020202020204"/>
                        </a:rPr>
                        <a:t>MRDUPHD25101</a:t>
                      </a:r>
                      <a:endParaRPr lang="en-US" sz="800" b="1">
                        <a:solidFill>
                          <a:srgbClr val="D42229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289560"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Phone No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9133713277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  <a:tr h="306070"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Branch</a:t>
                      </a:r>
                      <a:endParaRPr lang="en-US" sz="800" b="1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>
                      <a:spAutoFit/>
                    </a:bodyPr>
                    <a:p>
                      <a:pPr indent="0"/>
                      <a:r>
                        <a:rPr lang="en-US" sz="800">
                          <a:solidFill>
                            <a:srgbClr val="333333"/>
                          </a:solidFill>
                          <a:latin typeface="Arial" panose="020B0604020202020204"/>
                        </a:rPr>
                        <a:t>Civil Engineering</a:t>
                      </a:r>
                      <a:endParaRPr lang="en-US" sz="800">
                        <a:solidFill>
                          <a:srgbClr val="333333"/>
                        </a:solidFill>
                        <a:latin typeface="Arial" panose="020B0604020202020204"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10" name="Rectangles 9"/>
          <p:cNvSpPr/>
          <p:nvPr/>
        </p:nvSpPr>
        <p:spPr>
          <a:xfrm>
            <a:off x="1618488" y="5644896"/>
            <a:ext cx="4008120" cy="1368552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 algn="just">
              <a:lnSpc>
                <a:spcPts val="2015"/>
              </a:lnSpc>
              <a:spcBef>
                <a:spcPts val="1680"/>
              </a:spcBef>
            </a:pPr>
            <a:r>
              <a:rPr lang="en-US" sz="900" b="1">
                <a:solidFill>
                  <a:srgbClr val="721C24"/>
                </a:solidFill>
                <a:latin typeface="Arial" panose="020B0604020202020204"/>
              </a:rPr>
              <a:t>Important Instructions</a:t>
            </a:r>
            <a:endParaRPr lang="en-US" sz="900" b="1">
              <a:solidFill>
                <a:srgbClr val="721C24"/>
              </a:solidFill>
              <a:latin typeface="Arial" panose="020B0604020202020204"/>
            </a:endParaRPr>
          </a:p>
          <a:p>
            <a:pPr indent="0">
              <a:lnSpc>
                <a:spcPts val="2015"/>
              </a:lnSpc>
            </a:pPr>
            <a:r>
              <a:rPr lang="en-US" sz="800" b="1">
                <a:solidFill>
                  <a:srgbClr val="333333"/>
                </a:solidFill>
                <a:latin typeface="Arial" panose="020B0604020202020204"/>
              </a:rPr>
              <a:t>Reporting Time: </a:t>
            </a: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Please report by </a:t>
            </a:r>
            <a:r>
              <a:rPr lang="en-US" sz="800" b="1">
                <a:solidFill>
                  <a:srgbClr val="333333"/>
                </a:solidFill>
                <a:latin typeface="Arial" panose="020B0604020202020204"/>
              </a:rPr>
              <a:t>9:00 AM </a:t>
            </a: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on 18-10-2025 for verification and registration. </a:t>
            </a:r>
            <a:r>
              <a:rPr lang="en-US" sz="800" b="1">
                <a:solidFill>
                  <a:srgbClr val="333333"/>
                </a:solidFill>
                <a:latin typeface="Arial" panose="020B0604020202020204"/>
              </a:rPr>
              <a:t>Documents to Carry:</a:t>
            </a:r>
            <a:endParaRPr lang="en-US" sz="800" b="1">
              <a:solidFill>
                <a:srgbClr val="333333"/>
              </a:solidFill>
              <a:latin typeface="Arial" panose="020B0604020202020204"/>
            </a:endParaRPr>
          </a:p>
          <a:p>
            <a:pPr indent="0" algn="just">
              <a:lnSpc>
                <a:spcPts val="2015"/>
              </a:lnSpc>
            </a:pP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•    Copy of this invitation letter (printout)</a:t>
            </a:r>
            <a:endParaRPr lang="en-US" sz="800">
              <a:solidFill>
                <a:srgbClr val="333333"/>
              </a:solidFill>
              <a:latin typeface="Arial" panose="020B0604020202020204"/>
            </a:endParaRPr>
          </a:p>
          <a:p>
            <a:pPr indent="0" algn="just">
              <a:lnSpc>
                <a:spcPts val="1200"/>
              </a:lnSpc>
            </a:pP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•    Government-issued photo ID (Aadhaar, Passport, etc.)</a:t>
            </a:r>
            <a:endParaRPr lang="en-US" sz="800">
              <a:solidFill>
                <a:srgbClr val="333333"/>
              </a:solidFill>
              <a:latin typeface="Arial" panose="020B0604020202020204"/>
            </a:endParaRPr>
          </a:p>
          <a:p>
            <a:pPr indent="0" algn="just">
              <a:lnSpc>
                <a:spcPts val="1200"/>
              </a:lnSpc>
            </a:pP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•    Originals and copies of academic certificates (10th, 12th, UG, PG)</a:t>
            </a:r>
            <a:endParaRPr lang="en-US" sz="800">
              <a:solidFill>
                <a:srgbClr val="333333"/>
              </a:solidFill>
              <a:latin typeface="Arial" panose="020B0604020202020204"/>
            </a:endParaRPr>
          </a:p>
          <a:p>
            <a:pPr indent="0" algn="just">
              <a:lnSpc>
                <a:spcPts val="1200"/>
              </a:lnSpc>
              <a:spcAft>
                <a:spcPts val="2730"/>
              </a:spcAft>
            </a:pPr>
            <a:r>
              <a:rPr lang="en-US" sz="800">
                <a:solidFill>
                  <a:srgbClr val="333333"/>
                </a:solidFill>
                <a:latin typeface="Arial" panose="020B0604020202020204"/>
              </a:rPr>
              <a:t>•    Two (2) recent passport-size photographs</a:t>
            </a:r>
            <a:endParaRPr lang="en-US" sz="800">
              <a:solidFill>
                <a:srgbClr val="333333"/>
              </a:solidFill>
              <a:latin typeface="Arial" panose="020B0604020202020204"/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1441704" y="7571232"/>
            <a:ext cx="3834384" cy="920496"/>
          </a:xfrm>
          <a:prstGeom prst="rect">
            <a:avLst/>
          </a:prstGeom>
        </p:spPr>
        <p:txBody>
          <a:bodyPr lIns="0" tIns="0" rIns="0" bIns="0">
            <a:noAutofit/>
          </a:bodyPr>
          <a:p>
            <a:pPr indent="0">
              <a:spcBef>
                <a:spcPts val="2730"/>
              </a:spcBef>
              <a:spcAft>
                <a:spcPts val="840"/>
              </a:spcAft>
            </a:pPr>
            <a:r>
              <a:rPr lang="en-US" sz="800">
                <a:solidFill>
                  <a:srgbClr val="555555"/>
                </a:solidFill>
                <a:latin typeface="Arial" panose="020B0604020202020204"/>
              </a:rPr>
              <a:t>Warm regards,</a:t>
            </a:r>
            <a:endParaRPr lang="en-US" sz="800">
              <a:solidFill>
                <a:srgbClr val="555555"/>
              </a:solidFill>
              <a:latin typeface="Arial" panose="020B0604020202020204"/>
            </a:endParaRPr>
          </a:p>
          <a:p>
            <a:pPr indent="0"/>
            <a:r>
              <a:rPr lang="en-US" sz="800" b="1">
                <a:solidFill>
                  <a:srgbClr val="555555"/>
                </a:solidFill>
                <a:latin typeface="Arial" panose="020B0604020202020204"/>
              </a:rPr>
              <a:t>Registrar</a:t>
            </a:r>
            <a:endParaRPr lang="en-US" sz="800" b="1">
              <a:solidFill>
                <a:srgbClr val="555555"/>
              </a:solidFill>
              <a:latin typeface="Arial" panose="020B0604020202020204"/>
            </a:endParaRPr>
          </a:p>
          <a:p>
            <a:pPr indent="0">
              <a:spcAft>
                <a:spcPts val="1680"/>
              </a:spcAft>
            </a:pPr>
            <a:r>
              <a:rPr lang="en-US" sz="800">
                <a:solidFill>
                  <a:srgbClr val="555555"/>
                </a:solidFill>
                <a:latin typeface="Arial" panose="020B0604020202020204"/>
              </a:rPr>
              <a:t>Malla Reddy (MR) Deemed to be University</a:t>
            </a:r>
            <a:endParaRPr lang="en-US" sz="800">
              <a:solidFill>
                <a:srgbClr val="555555"/>
              </a:solidFill>
              <a:latin typeface="Arial" panose="020B0604020202020204"/>
            </a:endParaRPr>
          </a:p>
          <a:p>
            <a:pPr indent="0" algn="ctr"/>
            <a:endParaRPr lang="en-US" sz="650">
              <a:solidFill>
                <a:srgbClr val="6C757D"/>
              </a:solidFill>
              <a:latin typeface="Arial" panose="020B0604020202020204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p="http://schemas.openxmlformats.org/presentationml/2006/main">
  <p:tag name="TABLE_ENDDRAG_ORIGIN_RECT" val="392*122"/>
  <p:tag name="TABLE_ENDDRAG_RECT" val="120*297*392*1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1120</Words>
  <Application>WPS Presentation</Application>
  <PresentationFormat/>
  <Paragraphs>61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MRDUCET - Ph.D 2025 Admission Schedule</dc:title>
  <dc:creator/>
  <cp:lastModifiedBy>WPS_1719856540</cp:lastModifiedBy>
  <cp:revision>1</cp:revision>
  <dcterms:created xsi:type="dcterms:W3CDTF">2025-10-17T14:16:22Z</dcterms:created>
  <dcterms:modified xsi:type="dcterms:W3CDTF">2025-10-17T14:16:22Z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15EEE15553C8471483CD59358748C206_12</vt:lpwstr>
  </property>
  <property fmtid="{D5CDD505-2E9C-101B-9397-08002B2CF9AE}" pid="3" name="KSOProductBuildVer">
    <vt:lpwstr>2057-12.2.0.22549</vt:lpwstr>
  </property>
</Properties>
</file>